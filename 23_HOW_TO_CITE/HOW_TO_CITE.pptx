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ZONEMINDER | Category: SURVEILLANCE_CAMERA</a:t>
            </a:r>
          </a:p>
          <a:p>
            <a:r>
              <a:rPr sz="1400"/>
              <a:t>Upstream: https://github.com/ZoneMinder/zoneminder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ZONEMINDER.</a:t>
            </a:r>
          </a:p>
          <a:p>
            <a:r>
              <a:rPr sz="1400"/>
              <a:t>Full-featured CCTV/IP camera surveillance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ZONEMINDER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